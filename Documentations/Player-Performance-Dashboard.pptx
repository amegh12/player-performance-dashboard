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Tomorrow" panose="020B0604020202020204" charset="0"/>
      <p:regular r:id="rId17"/>
    </p:embeddedFont>
    <p:embeddedFont>
      <p:font typeface="Tomorrow Bold" panose="020B0604020202020204" charset="0"/>
      <p:regular r:id="rId18"/>
    </p:embeddedFont>
    <p:embeddedFont>
      <p:font typeface="Tomorrow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gh anil" userId="32ddf70791f52333" providerId="LiveId" clId="{D2964942-EF45-43A6-A26F-A13F4F18B32F}"/>
    <pc:docChg chg="delSld">
      <pc:chgData name="amegh anil" userId="32ddf70791f52333" providerId="LiveId" clId="{D2964942-EF45-43A6-A26F-A13F4F18B32F}" dt="2026-07-19T11:56:36.974" v="0" actId="2696"/>
      <pc:docMkLst>
        <pc:docMk/>
      </pc:docMkLst>
      <pc:sldChg chg="del">
        <pc:chgData name="amegh anil" userId="32ddf70791f52333" providerId="LiveId" clId="{D2964942-EF45-43A6-A26F-A13F4F18B32F}" dt="2026-07-19T11:56:36.974" v="0" actId="2696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76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431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Player Performance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868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Cricket Analytics in Power BI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84971"/>
            <a:ext cx="869528" cy="215354"/>
          </a:xfrm>
          <a:prstGeom prst="roundRect">
            <a:avLst>
              <a:gd name="adj" fmla="val 7900"/>
            </a:avLst>
          </a:prstGeom>
          <a:solidFill>
            <a:srgbClr val="E6E6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81174" y="3027462"/>
            <a:ext cx="11566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AMEGH ANIL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436489" y="2984971"/>
            <a:ext cx="163532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D1D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521544" y="3027462"/>
            <a:ext cx="19224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B.TECH AI &amp; DATA SCIENCE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2287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7845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Player Performance Dashboard</a:t>
            </a: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turns cricket stats into an interactive Power BI report for player comparison, batting/bowling analysis, and yearly trend tracking.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318370"/>
            <a:ext cx="1479724" cy="1043657"/>
          </a:xfrm>
          <a:prstGeom prst="roundRect">
            <a:avLst>
              <a:gd name="adj" fmla="val 203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066877" y="2460129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Analyze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766640"/>
            <a:ext cx="1196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Cricket stats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46601" y="2318370"/>
            <a:ext cx="1479724" cy="1043657"/>
          </a:xfrm>
          <a:prstGeom prst="roundRect">
            <a:avLst>
              <a:gd name="adj" fmla="val 203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688360" y="2460129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Compare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88360" y="2766640"/>
            <a:ext cx="1196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Batting vs bowling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68083" y="2318370"/>
            <a:ext cx="1479724" cy="1043657"/>
          </a:xfrm>
          <a:prstGeom prst="roundRect">
            <a:avLst>
              <a:gd name="adj" fmla="val 203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309842" y="2460129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09842" y="2766640"/>
            <a:ext cx="1196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Top players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3503786"/>
            <a:ext cx="4722688" cy="816843"/>
          </a:xfrm>
          <a:prstGeom prst="roundRect">
            <a:avLst>
              <a:gd name="adj" fmla="val 26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066877" y="3645545"/>
            <a:ext cx="44391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Visualize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66877" y="3952056"/>
            <a:ext cx="4439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Yearly trends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288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55403"/>
            <a:ext cx="815176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Format:</a:t>
            </a: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CSV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Records:</a:t>
            </a: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1,096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Columns:</a:t>
            </a: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25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Key fields:</a:t>
            </a: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player name, year, runs, wickets, batting average, strike rate, bowling average, economy, highest score, 100s, 50s, not outs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Prepared in:</a:t>
            </a: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Power Query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957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Tools &amp; Technologies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607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Four tools powered the project’s data pipeline.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9236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5306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Power BI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5957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Dashboards and reporting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9236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45306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Power Query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75957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Cleaning and transformation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69903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73060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DAX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03711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 cricket metrics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73060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CSV / Excel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03711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Source data across seasons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297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Dashboard Architecture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2948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Components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367930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363539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2670051"/>
            <a:ext cx="2138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Key totals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5564" y="2367930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3130" y="2363539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 Performers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733130" y="2670051"/>
            <a:ext cx="2138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Runs and wickets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1879" y="2367930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9445" y="2363539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Trends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09445" y="2670051"/>
            <a:ext cx="2138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Yearly runs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184773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180383"/>
            <a:ext cx="7691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Slicers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56816" y="3486894"/>
            <a:ext cx="7691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Year and player filters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011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Key Visualizations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96616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91792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 Run Scorers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98304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Horizontal bar chart ranking players by total runs.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096616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791792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 Wicket Takers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098304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Bar chart comparing bowlers by wickets taken.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096616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791792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Average vs. Strike Rate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31976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Scatter plot with bubble size = total runs.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096616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791792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Runs by Year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098304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Line chart tracking season-by-season total runs.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93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DAX Measures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144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DAX powers dashboard KPIs with reusable, filter-aware calculations.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19486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Measures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00411"/>
            <a:ext cx="2305422" cy="1138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127" y="2261220"/>
            <a:ext cx="1907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Total Runs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3127" y="2624435"/>
            <a:ext cx="19076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SUM(cricket_data_2026[Runs_Scored])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3299" y="2100411"/>
            <a:ext cx="2305496" cy="11384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80308" y="2261220"/>
            <a:ext cx="19076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Total Wickets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180308" y="2624435"/>
            <a:ext cx="190767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SUM(cricket_data_2026[Wickets_Taken])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380631"/>
            <a:ext cx="2305422" cy="11384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127" y="3541440"/>
            <a:ext cx="1907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Avg. Batting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33127" y="3904655"/>
            <a:ext cx="19076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AVERAGE(cricket_data_2026[Batting_Average])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3299" y="3380631"/>
            <a:ext cx="2305496" cy="11384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180308" y="3541440"/>
            <a:ext cx="19076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Avg. Strike Rate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180308" y="3904655"/>
            <a:ext cx="190767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AVERAGE(cricket_data_2026[Batting_Strike_Rate])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599435" y="1719486"/>
            <a:ext cx="3053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599435" y="2082701"/>
            <a:ext cx="305313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Reusable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Dynamic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Faster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Context-aware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161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07207"/>
            <a:ext cx="1479724" cy="2058963"/>
          </a:xfrm>
          <a:prstGeom prst="roundRect">
            <a:avLst>
              <a:gd name="adj" fmla="val 143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37877" y="1248966"/>
            <a:ext cx="425276" cy="425276"/>
          </a:xfrm>
          <a:prstGeom prst="ellipse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6" y="1365870"/>
            <a:ext cx="191319" cy="1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877" y="1816001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Virat Kohli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7877" y="2122512"/>
            <a:ext cx="1196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Top run scorer in the dataset.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117601" y="1107207"/>
            <a:ext cx="1479724" cy="2058963"/>
          </a:xfrm>
          <a:prstGeom prst="roundRect">
            <a:avLst>
              <a:gd name="adj" fmla="val 143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2259360" y="1248966"/>
            <a:ext cx="425276" cy="425276"/>
          </a:xfrm>
          <a:prstGeom prst="ellipse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6339" y="1365870"/>
            <a:ext cx="191319" cy="191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59360" y="1816001"/>
            <a:ext cx="1196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Yuzvendra Chahal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2259360" y="2343969"/>
            <a:ext cx="1196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Leading wicket taker.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739083" y="1107207"/>
            <a:ext cx="1479724" cy="2058963"/>
          </a:xfrm>
          <a:prstGeom prst="roundRect">
            <a:avLst>
              <a:gd name="adj" fmla="val 143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3880842" y="1248966"/>
            <a:ext cx="425276" cy="425276"/>
          </a:xfrm>
          <a:prstGeom prst="ellipse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97821" y="1365870"/>
            <a:ext cx="191319" cy="191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80842" y="1816001"/>
            <a:ext cx="1196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Yearly Trends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880842" y="2343969"/>
            <a:ext cx="1196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Runs vary by season, with clear peaks.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96119" y="3307928"/>
            <a:ext cx="4722688" cy="1383878"/>
          </a:xfrm>
          <a:prstGeom prst="roundRect">
            <a:avLst>
              <a:gd name="adj" fmla="val 153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637877" y="3449687"/>
            <a:ext cx="425276" cy="425276"/>
          </a:xfrm>
          <a:prstGeom prst="ellipse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856" y="3566592"/>
            <a:ext cx="191319" cy="191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7877" y="4016722"/>
            <a:ext cx="44391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37877" y="4323234"/>
            <a:ext cx="4439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Quick player and year comparisons.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69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Challenges &amp; Solutions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37425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73747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Inconsistent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Missing values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Text-to-number conversion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37425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Key Solutions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73747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Power Query cleaning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DAX measures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Responsive visual design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35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007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</a:t>
            </a:r>
            <a:r>
              <a:rPr lang="en-US" sz="11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Player Performance Dashboard</a:t>
            </a: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turns cricket stats into an interactive report that demonstrates strong data engineering and BI skills.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13174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1180" y="2519437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98020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Cleaning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260601" y="2413174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662" y="2519437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2360" y="298020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DAX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25083" y="2413174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145" y="2519437"/>
            <a:ext cx="212601" cy="212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66842" y="298020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Viz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96119" y="3502893"/>
            <a:ext cx="8151763" cy="566961"/>
          </a:xfrm>
          <a:prstGeom prst="roundRect">
            <a:avLst>
              <a:gd name="adj" fmla="val 3751"/>
            </a:avLst>
          </a:prstGeom>
          <a:solidFill>
            <a:srgbClr val="E6E6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703662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368007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Power BI turns cricket analytics into actionable insights.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387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Tomorrow</vt:lpstr>
      <vt:lpstr>Consolas</vt:lpstr>
      <vt:lpstr>Arial</vt:lpstr>
      <vt:lpstr>Tomorrow SemiBold</vt:lpstr>
      <vt:lpstr>Tomorrow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amegh anil</cp:lastModifiedBy>
  <cp:revision>1</cp:revision>
  <dcterms:created xsi:type="dcterms:W3CDTF">2026-07-19T11:55:06Z</dcterms:created>
  <dcterms:modified xsi:type="dcterms:W3CDTF">2026-07-19T11:56:45Z</dcterms:modified>
</cp:coreProperties>
</file>